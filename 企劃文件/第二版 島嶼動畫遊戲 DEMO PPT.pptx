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8ef6d239af462b" /><Relationship Type="http://schemas.openxmlformats.org/officeDocument/2006/relationships/extended-properties" Target="/docProps/app.xml" Id="R11bc56db75c74148" /><Relationship Type="http://schemas.openxmlformats.org/officeDocument/2006/relationships/officeDocument" Target="/ppt/presentation.xml" Id="R6184e039d8f346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097b553cec45dc"/>
  </p:sldMasterIdLst>
  <p:notesMasterIdLst>
    <p:notesMasterId xmlns:r="http://schemas.openxmlformats.org/officeDocument/2006/relationships" r:id="R24594fedf9e148d9"/>
  </p:notesMasterIdLst>
  <p:sldIdLst>
    <p:sldId xmlns:r="http://schemas.openxmlformats.org/officeDocument/2006/relationships" id="256" r:id="Rb734fe11b9044514"/>
    <p:sldId xmlns:r="http://schemas.openxmlformats.org/officeDocument/2006/relationships" id="257" r:id="R5df2c2ef67564577"/>
    <p:sldId xmlns:r="http://schemas.openxmlformats.org/officeDocument/2006/relationships" id="258" r:id="Recf9b7206abe4742"/>
    <p:sldId xmlns:r="http://schemas.openxmlformats.org/officeDocument/2006/relationships" id="259" r:id="R8218a609f6504dae"/>
    <p:sldId xmlns:r="http://schemas.openxmlformats.org/officeDocument/2006/relationships" id="260" r:id="R168d7d515205459b"/>
    <p:sldId xmlns:r="http://schemas.openxmlformats.org/officeDocument/2006/relationships" id="261" r:id="R46ba315383cb4ba5"/>
    <p:sldId xmlns:r="http://schemas.openxmlformats.org/officeDocument/2006/relationships" id="262" r:id="Rfe8c96319e524e20"/>
    <p:sldId xmlns:r="http://schemas.openxmlformats.org/officeDocument/2006/relationships" id="263" r:id="Rd057891832c24f66"/>
    <p:sldId xmlns:r="http://schemas.openxmlformats.org/officeDocument/2006/relationships" id="264" r:id="Rd0cd8f7a2ba64299"/>
    <p:sldId xmlns:r="http://schemas.openxmlformats.org/officeDocument/2006/relationships" id="265" r:id="R7550ff86a2d24d1d"/>
    <p:sldId xmlns:r="http://schemas.openxmlformats.org/officeDocument/2006/relationships" id="266" r:id="Rfbe7e76c2bd84ab4"/>
    <p:sldId xmlns:r="http://schemas.openxmlformats.org/officeDocument/2006/relationships" id="267" r:id="R5a8df5cbad274b63"/>
    <p:sldId xmlns:r="http://schemas.openxmlformats.org/officeDocument/2006/relationships" id="268" r:id="Rcdf0b50714cb4e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97b553cec45dc" /><Relationship Type="http://schemas.openxmlformats.org/officeDocument/2006/relationships/theme" Target="/ppt/theme/theme1.xml" Id="R2454674b6a984c67" /><Relationship Type="http://schemas.openxmlformats.org/officeDocument/2006/relationships/notesMaster" Target="/ppt/notesMasters/notesMaster1.xml" Id="R24594fedf9e148d9" /><Relationship Type="http://schemas.openxmlformats.org/officeDocument/2006/relationships/presProps" Target="/ppt/presProps.xml" Id="Rfb9cc47c86d54ea1" /><Relationship Type="http://schemas.openxmlformats.org/officeDocument/2006/relationships/viewProps" Target="/ppt/viewProps.xml" Id="R94a5a43359e84253" /><Relationship Type="http://schemas.openxmlformats.org/officeDocument/2006/relationships/tableStyles" Target="/ppt/tableStyles.xml" Id="R6964083b2c804d0a" /><Relationship Type="http://schemas.openxmlformats.org/officeDocument/2006/relationships/slide" Target="/ppt/slides/slide1.xml" Id="Rb734fe11b9044514" /><Relationship Type="http://schemas.openxmlformats.org/officeDocument/2006/relationships/slide" Target="/ppt/slides/slide2.xml" Id="R5df2c2ef67564577" /><Relationship Type="http://schemas.openxmlformats.org/officeDocument/2006/relationships/slide" Target="/ppt/slides/slide3.xml" Id="Recf9b7206abe4742" /><Relationship Type="http://schemas.openxmlformats.org/officeDocument/2006/relationships/slide" Target="/ppt/slides/slide4.xml" Id="R8218a609f6504dae" /><Relationship Type="http://schemas.openxmlformats.org/officeDocument/2006/relationships/slide" Target="/ppt/slides/slide5.xml" Id="R168d7d515205459b" /><Relationship Type="http://schemas.openxmlformats.org/officeDocument/2006/relationships/slide" Target="/ppt/slides/slide6.xml" Id="R46ba315383cb4ba5" /><Relationship Type="http://schemas.openxmlformats.org/officeDocument/2006/relationships/slide" Target="/ppt/slides/slide7.xml" Id="Rfe8c96319e524e20" /><Relationship Type="http://schemas.openxmlformats.org/officeDocument/2006/relationships/slide" Target="/ppt/slides/slide8.xml" Id="Rd057891832c24f66" /><Relationship Type="http://schemas.openxmlformats.org/officeDocument/2006/relationships/slide" Target="/ppt/slides/slide9.xml" Id="Rd0cd8f7a2ba64299" /><Relationship Type="http://schemas.openxmlformats.org/officeDocument/2006/relationships/slide" Target="/ppt/slides/slide10.xml" Id="R7550ff86a2d24d1d" /><Relationship Type="http://schemas.openxmlformats.org/officeDocument/2006/relationships/slide" Target="/ppt/slides/slide11.xml" Id="Rfbe7e76c2bd84ab4" /><Relationship Type="http://schemas.openxmlformats.org/officeDocument/2006/relationships/slide" Target="/ppt/slides/slide12.xml" Id="R5a8df5cbad274b63" /><Relationship Type="http://schemas.openxmlformats.org/officeDocument/2006/relationships/slide" Target="/ppt/slides/slide13.xml" Id="Rcdf0b50714cb4e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6c08be7d81e43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3556304bbc4a57" /><Relationship Type="http://schemas.openxmlformats.org/officeDocument/2006/relationships/notesMaster" Target="/ppt/notesMasters/notesMaster1.xml" Id="Rcaf157fe63b145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212672ce0d4723" /><Relationship Type="http://schemas.openxmlformats.org/officeDocument/2006/relationships/notesMaster" Target="/ppt/notesMasters/notesMaster1.xml" Id="Ra1d63e1ba90b4d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2566fe63c54f92" /><Relationship Type="http://schemas.openxmlformats.org/officeDocument/2006/relationships/notesMaster" Target="/ppt/notesMasters/notesMaster1.xml" Id="Rff7a8107cdb745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593973c1d94590" /><Relationship Type="http://schemas.openxmlformats.org/officeDocument/2006/relationships/notesMaster" Target="/ppt/notesMasters/notesMaster1.xml" Id="Rc559fe712f3445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475d454e8d4304" /><Relationship Type="http://schemas.openxmlformats.org/officeDocument/2006/relationships/notesMaster" Target="/ppt/notesMasters/notesMaster1.xml" Id="R936d6f8a023b42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c1f94378e34510" /><Relationship Type="http://schemas.openxmlformats.org/officeDocument/2006/relationships/notesMaster" Target="/ppt/notesMasters/notesMaster1.xml" Id="R754648f0dded46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6167c0d1314e1d" /><Relationship Type="http://schemas.openxmlformats.org/officeDocument/2006/relationships/notesMaster" Target="/ppt/notesMasters/notesMaster1.xml" Id="Ra542ae93fccb4a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68dda3f2be4c31" /><Relationship Type="http://schemas.openxmlformats.org/officeDocument/2006/relationships/notesMaster" Target="/ppt/notesMasters/notesMaster1.xml" Id="R05338263762b4e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0f943749514f7c" /><Relationship Type="http://schemas.openxmlformats.org/officeDocument/2006/relationships/notesMaster" Target="/ppt/notesMasters/notesMaster1.xml" Id="R391da933ea7343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a7e8e5332e46b6" /><Relationship Type="http://schemas.openxmlformats.org/officeDocument/2006/relationships/notesMaster" Target="/ppt/notesMasters/notesMaster1.xml" Id="R0d6828ceb9d64f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ff8e36049a4240" /><Relationship Type="http://schemas.openxmlformats.org/officeDocument/2006/relationships/notesMaster" Target="/ppt/notesMasters/notesMaster1.xml" Id="R94089175bdc741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07c8fde0464c29" /><Relationship Type="http://schemas.openxmlformats.org/officeDocument/2006/relationships/notesMaster" Target="/ppt/notesMasters/notesMaster1.xml" Id="Rf86379cb224542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bc6985a9154121" /><Relationship Type="http://schemas.openxmlformats.org/officeDocument/2006/relationships/notesMaster" Target="/ppt/notesMasters/notesMaster1.xml" Id="R0084e59c59374a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93f544f04417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8ea674610f942a9" /><Relationship Type="http://schemas.openxmlformats.org/officeDocument/2006/relationships/slideLayout" Target="/ppt/slideLayouts/slideLayout2.xml" Id="Rba77619785ba4d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77619785ba4d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bd825507034d7b" /><Relationship Type="http://schemas.openxmlformats.org/officeDocument/2006/relationships/image" Target="/ppt/media/image.png" Id="R05bebbb0c6e1424f" /><Relationship Type="http://schemas.openxmlformats.org/officeDocument/2006/relationships/notesSlide" Target="/ppt/notesSlides/notesSlide1.xml" Id="R7e39c4778ee44f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70339ecdb047d1" /><Relationship Type="http://schemas.openxmlformats.org/officeDocument/2006/relationships/notesSlide" Target="/ppt/notesSlides/notesSlide2.xml" Id="R88eac56da67749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37a97be38e4029" /><Relationship Type="http://schemas.openxmlformats.org/officeDocument/2006/relationships/image" Target="/ppt/media/image2.png" Id="R4a62c9aead5f4f9e" /><Relationship Type="http://schemas.openxmlformats.org/officeDocument/2006/relationships/notesSlide" Target="/ppt/notesSlides/notesSlide3.xml" Id="R36f9d44a1e344a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78033725964852" /><Relationship Type="http://schemas.openxmlformats.org/officeDocument/2006/relationships/image" Target="/ppt/media/image3.png" Id="Rfc5565f7f7cd4c7c" /><Relationship Type="http://schemas.openxmlformats.org/officeDocument/2006/relationships/notesSlide" Target="/ppt/notesSlides/notesSlide4.xml" Id="R3310e546480640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08088b4d2c434c" /><Relationship Type="http://schemas.openxmlformats.org/officeDocument/2006/relationships/image" Target="/ppt/media/image4.png" Id="Rd61d8a8eab204f36" /><Relationship Type="http://schemas.openxmlformats.org/officeDocument/2006/relationships/notesSlide" Target="/ppt/notesSlides/notesSlide5.xml" Id="R63eab62bde4e47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7d4f00d12d4ce0" /><Relationship Type="http://schemas.openxmlformats.org/officeDocument/2006/relationships/notesSlide" Target="/ppt/notesSlides/notesSlide6.xml" Id="R597f5ae899364e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9f06141b39480d" /><Relationship Type="http://schemas.openxmlformats.org/officeDocument/2006/relationships/image" Target="/ppt/media/image5.png" Id="R5d92394d8ee94304" /><Relationship Type="http://schemas.openxmlformats.org/officeDocument/2006/relationships/notesSlide" Target="/ppt/notesSlides/notesSlide7.xml" Id="Rb10cc9caa91048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ba39a82cfc4871" /><Relationship Type="http://schemas.openxmlformats.org/officeDocument/2006/relationships/image" Target="/ppt/media/image6.png" Id="Rf77cd24e4dad4ee9" /><Relationship Type="http://schemas.openxmlformats.org/officeDocument/2006/relationships/notesSlide" Target="/ppt/notesSlides/notesSlide8.xml" Id="Rfbe4ada7b62b44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7fc1a2aa1e4393" /><Relationship Type="http://schemas.openxmlformats.org/officeDocument/2006/relationships/image" Target="/ppt/media/image7.png" Id="R7f57b76fa3124563" /><Relationship Type="http://schemas.openxmlformats.org/officeDocument/2006/relationships/notesSlide" Target="/ppt/notesSlides/notesSlide9.xml" Id="R3897d2bd84de46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b55ca88ef44c50" /><Relationship Type="http://schemas.openxmlformats.org/officeDocument/2006/relationships/image" Target="/ppt/media/image8.png" Id="R72056c32b7ce43f1" /><Relationship Type="http://schemas.openxmlformats.org/officeDocument/2006/relationships/image" Target="/ppt/media/image9.png" Id="Rd6af15f962254d7e" /><Relationship Type="http://schemas.openxmlformats.org/officeDocument/2006/relationships/notesSlide" Target="/ppt/notesSlides/notesSlide10.xml" Id="Raf06ff15b45b4c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213cf4fe9d40fe" /><Relationship Type="http://schemas.openxmlformats.org/officeDocument/2006/relationships/notesSlide" Target="/ppt/notesSlides/notesSlide11.xml" Id="Rc3e7834eb62247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9e602896664fbc" /><Relationship Type="http://schemas.openxmlformats.org/officeDocument/2006/relationships/image" Target="/ppt/media/image10.png" Id="R51d039617c7e42bf" /><Relationship Type="http://schemas.openxmlformats.org/officeDocument/2006/relationships/notesSlide" Target="/ppt/notesSlides/notesSlide12.xml" Id="R165065debb394f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ee406c752d4e66" /><Relationship Type="http://schemas.openxmlformats.org/officeDocument/2006/relationships/image" Target="/ppt/media/image11.png" Id="R7382e1d06f074c82" /><Relationship Type="http://schemas.openxmlformats.org/officeDocument/2006/relationships/notesSlide" Target="/ppt/notesSlides/notesSlide13.xml" Id="Rbbdc343a22e945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4F659D-C4D8-4FD2-B516-5FD3E2D6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ebbb0c6e1424f"/>
          <a:srcRect xmlns:a="http://schemas.openxmlformats.org/drawingml/2006/main" l="25682" t="0" r="25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0"/>
            <a:ext cx="6762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635BF-B326-432A-A4BD-4533F1D4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B">
              <a:alpha val="9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A42F4-41F6-4E8C-9232-C0F044D0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BFA3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1">
                <a:solidFill>
                  <a:srgbClr val="16BFA3"/>
                </a:solidFill>
                <a:latin typeface="Microsoft JhengHei UI"/>
                <a:ea typeface="Microsoft JhengHei UI"/>
                <a:cs typeface="Microsoft JhengHei UI"/>
              </a:rPr>
              <a:t>遊戲介面功能簡報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3C1D6-BB1F-4B3E-B6F7-6ADF1D23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628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850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混音：Island Fitness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B36C8-BE31-49B7-AAF6-146148AB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DEB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425" b="0">
                <a:solidFill>
                  <a:srgbClr val="DDEDEB"/>
                </a:solidFill>
                <a:latin typeface="Microsoft JhengHei UI"/>
                <a:ea typeface="Microsoft JhengHei UI"/>
                <a:cs typeface="Microsoft JhengHei UI"/>
              </a:rPr>
              <a:t>本簡報聚焦於遊戲介面內的功能入口、操作用途、可能連結去向，以及玩家在主畫面中的使用流程。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3F4EE-BADD-4181-97A1-7404F529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2BE97-673D-44C6-873F-E8A5DA47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rPr>
              <a:t>功能細項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725E6-1F09-4007-9CED-51D5E257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241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E1A5C-829D-4A58-ADEA-33DD0478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0035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6100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8A6100"/>
                </a:solidFill>
                <a:latin typeface="Microsoft JhengHei UI"/>
                <a:ea typeface="Microsoft JhengHei UI"/>
                <a:cs typeface="Microsoft JhengHei UI"/>
              </a:rPr>
              <a:t>商店重點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0F872-E1BD-4BD9-934E-43AFEC6D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241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F2C5E-5874-4A17-8BA8-F46FC7B6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80ED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00" b="1">
                <a:solidFill>
                  <a:srgbClr val="2F80ED"/>
                </a:solidFill>
                <a:latin typeface="Microsoft JhengHei UI"/>
                <a:ea typeface="Microsoft JhengHei UI"/>
                <a:cs typeface="Microsoft JhengHei UI"/>
              </a:rPr>
              <a:t>只看不操作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3DAEF-A4AD-4DD5-B2D7-78AA6D1D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F1CC5-8A87-4E1F-B4A1-760FD991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00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重要說明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20CCF-0634-4152-95F9-D60F1227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AF6F3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63" b="0">
                <a:solidFill>
                  <a:srgbClr val="EAF6F3"/>
                </a:solidFill>
                <a:latin typeface="Microsoft JhengHei UI"/>
                <a:ea typeface="Microsoft JhengHei UI"/>
                <a:cs typeface="Microsoft JhengHei UI"/>
              </a:rPr>
              <a:t>目前尚未取得商店內頁實際商品清單；未驗證項目以「待實機確認」標註，避免將推論寫成已確認事實。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6F5AB-3982-4165-A2EE-3FD756C8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2D15E-246A-4664-B9EA-557E28A5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Island Fitness AI 遊戲介面功能簡報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5C299-A2A6-44E2-9381-EA43DF64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50507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DD5BF6-88AC-4EBC-A0CD-77402922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8EFFB-8129-44B7-8C78-4482C309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rPr>
              <a:t>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77981-9478-4AF1-B2EF-9A87E2FC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本簡報僅保留遊戲介面，並補足功能細節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9BD5C-0E6A-4E2F-AFB9-871A087C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健身、追蹤、設定不納入；重點為遊戲入口的具體用途與操作結果。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9DDA5-E24D-47DA-9F67-A6131BEC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91CCB-CD0D-4C10-8B77-06DD9169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E8BA7-62CF-4EB0-B79E-4153F2FB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95649-ED51-43FE-8AC1-58A18455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本版新增重點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0EED0-556A-4C77-9686-F0CCA595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217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商店、物品、外觀、建造、每日獎勵、事件與縮放等功能的具體用途與去向。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C075F-131E-4972-9742-3B6D089E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201A6-1E0B-45D5-856D-E9898A13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530E7-55E3-4313-B625-8197B171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操作原則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25D9C-5E00-45F3-B8A7-D677639A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05100"/>
            <a:ext cx="217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可以查看入口與畫面，但不購買、不領取、不消耗資源、不永久更改角色或島嶼。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294C1-9DC0-40B2-8EDB-C21111F1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56C69-C656-4755-8E16-BD5BC543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ABD02-18F4-4FFF-AFB7-5E9AF1B4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證據來源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091B8-4ABD-4BE5-814B-832F7F99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217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已確認首頁截圖；AI Studio 預覽目前被分享錯誤與相機提示限制。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B8C96-1174-4DB8-95C7-1D9210AF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A7062-E7B9-4D48-A55D-0A672291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0A260-8E2D-4D98-A8D1-F001A8F8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003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呈現原則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59B87-A1B5-40BB-AA1D-1A906166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05100"/>
            <a:ext cx="217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可由畫面確認者列為已確認；尚未開啟的內頁以待實機確認方式整理。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B9CB16-C9C4-4DA9-8547-759C15AE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本版功能記錄欄位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728A4-6439-4EA8-B638-CBDBC315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439717-EF45-450B-BEE8-971A8B9A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624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欄位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A6845E-F116-46C1-A1A1-D916871B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862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CC51F3-C1C6-4EA7-9B9D-30009D6E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624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7E5C0A-B76C-4665-A413-504A838D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862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2802F0-ED79-470B-A047-0CB5464F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624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內頁內容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BF21CD-6DF7-455C-B92C-0123B21B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862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E95C93-34B0-458C-82DC-134B8CAB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3624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可執行動作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2255ED-EF7A-4B3D-8909-A565EBDB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862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B70FAF-B36F-45A5-9050-7D081459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624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連結去向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E6E3DB-E40A-481C-BED3-4B66F25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903D03-6C72-4682-BBA2-1A79BA23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6250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目的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E7E18E-540C-4EAE-948A-78E8B3D9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863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FC2A3E-E9A1-44DF-A7B9-41A2CBFB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625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玩家從哪裡進入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F6C5D0-C38A-4247-85CB-C36F582A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863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D110FC-4878-4BD8-A131-F3648DCA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76250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分類、商品、面板、資訊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DCFBBC-5E08-4525-9E7F-769AF3D2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21F6A3-281E-48AF-86F6-7C899CE6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6250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查看、購買、套用、編輯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7EEEEB-41CB-4490-AE8B-D501478C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863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5278ED-B8D6-465D-B9DD-973B9D4D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7625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首頁、背包、外觀、建造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486DBC-36D2-4CD9-B7F1-4F85B0E2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8DB998-F2EF-4EF5-BE73-8FB0AFCC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625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重要性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DB43E1-22B8-4769-AC63-ECC90FF8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86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5D793E-614B-4F16-8F0A-81E1065A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1625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降低尋找功能時間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B9B495-52FA-474D-81F9-E44B74F6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863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FDD134-8F54-4CB8-90D4-AAF24405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1625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理解功能內容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CA4BB2-04BB-46DE-945F-A7AA375C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863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A32F2F-3A6D-4276-B043-6AA26DE3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1625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掌握操作結果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7E54B2-6713-4404-A0A9-EA4482C5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863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260711-4ABD-4205-BEB8-6E79718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1625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7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判斷下一步流程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061150-1E49-484D-B6BD-07013CB8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F0389F-FAC0-4009-B3A8-22ED5EFA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Island Fitness AI 遊戲介面功能簡報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14AE11-7D7C-4D01-A71D-FE150025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66552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CD0FDC-EA1D-471C-95E3-9AD04BA3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BA670-7958-46E5-86E7-956099CA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rPr>
              <a:t>FUNCTION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C020A-8761-4145-83D6-D4A6383B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主畫面是遊戲功能入口的集中區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806B0-AFBE-4311-B50F-F7B02F99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本頁先標示可見入口，再依入口說明其功能內容與操作去向。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9029B-8276-482A-8426-E769015A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2c9aead5f4f9e"/>
          <a:srcRect xmlns:a="http://schemas.openxmlformats.org/drawingml/2006/main" l="0" t="113" r="0" b="1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90750"/>
            <a:ext cx="7239000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530D0-0BB0-423B-9EAF-3AD57285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5F670-2480-4EA1-9085-675A67CE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222C3-EC72-47DB-A142-D06F2968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0B3B7-5B17-48D8-99BF-BDE2433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814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ED0C8-C579-4D74-AAB5-D31BE0E0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24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116E3-005C-4DD4-8951-AA10B8B4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92E45-4CBB-452A-B7F1-FA392511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6B5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4D2A4-B406-41DC-A4DA-F3CEF1FA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21FFA-3D5E-42D5-9A46-C2585076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38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E9A95-5A6D-49BF-842B-E2477272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86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F09C1-5D9A-4B1A-B1F9-1DB66FCD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52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AAC1A-D53E-4DB1-A18A-C009263E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005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621AB-D4A6-4E7A-BDD2-E5C64008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20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324F7-1AED-48E6-8CE8-FE0FA8A8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95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70F7B-E5B8-443B-8755-D6F6099C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369F7-AF4B-42A7-A9B2-78578179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860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8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玩家狀態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260A0F-0E21-4D3E-8979-6469CCFD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669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等級、金幣、XP，連到玩家進度理解。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F6770-2450-49FD-9FEF-33C5516F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320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B1D24A-0D29-4142-8805-BB192233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47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7F5BE-F3AC-454D-A6F1-C7C8E381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6F46E6-1531-4E8E-B86E-B7D252EB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38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8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建造入口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7FADF0-0082-4648-ABC5-0A81FE56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1942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進入島嶼編輯/建築/裝飾類功能。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E1F141-A767-4DD7-B17F-560A6398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320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C0D416-72B9-43A0-9EC0-FDD91671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00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24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98B8D1-F677-4017-A781-2FA5C159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32697B-8817-4D27-8C89-95F54623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909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8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商店/物品入口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1BCCE7-F286-41B3-BAD3-42FE0505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718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商品瀏覽、購買確認與取得後去向。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E5A2F3-8927-475A-BF53-6FF975B8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320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B364C3-CA91-4A2F-8448-A9ABA90C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52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9EE977-1004-41E4-92CE-33B33B01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A51049-AF05-40EA-B077-648E95BF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433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8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外觀入口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74648C-52B0-4249-8B85-8383349A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2432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角色衣服、造型、裝備外觀。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A39FA2-DC86-47E8-BDFD-57F36EA9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19600"/>
            <a:ext cx="320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349448-1991-4FEA-97B5-612767E8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05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B76532-ECAB-435D-A63A-38896BA0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52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A92A63-0EC5-4865-A7BE-DE34E531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958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8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事件提示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6DEFEC-EE6D-437D-BAEA-D6C49177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767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限時事件、倒數與可能的環境效果。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D50444-D3DF-463B-9F80-2CE8A9F6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72050"/>
            <a:ext cx="320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73FC11-C146-456C-988D-9A38F3F9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57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6D172B-77E8-4548-8CB8-94214122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054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C31241-7D02-42B4-BB72-49A12409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482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8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縮放/首頁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130B36-4752-4690-B096-CA491646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2922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控制視角並返回島嶼首頁。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3CD4CA-65AC-4FDE-8782-57C47F9C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A4B428-1F8E-498F-A524-FBE289D7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Island Fitness AI 遊戲介面功能簡報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2EDF03-7238-4F6B-AF19-3F84C01C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05446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7FB51D-914F-4C8E-8591-3214CC43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B3ED9-4C0D-4FD8-AEC5-E70436D1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rPr>
              <a:t>HOME + RESOURCES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24159-828B-4A87-8A2F-BC2BB2E4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首頁狀態功能：呈現玩家目前的資源與進度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1F3D0-B6B3-4FFC-BB72-27B5B01A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這些狀態資料是商店、建造與外觀操作的基礎。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70CF2-25F3-4D27-A1C0-1EE4BC12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565f7f7cd4c7c"/>
          <a:stretch xmlns:a="http://schemas.openxmlformats.org/drawingml/2006/main"/>
        </p:blipFill>
        <p:spPr>
          <a:xfrm xmlns:a="http://schemas.openxmlformats.org/drawingml/2006/main">
            <a:off x="609600" y="2272278"/>
            <a:ext cx="2895600" cy="157049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C55D0-D5B1-4911-B7DE-7C5085E8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47900"/>
            <a:ext cx="2190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46064-9066-4018-B6A7-68D4D79D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47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AA599-BD69-46AF-A010-2A882151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03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玩家身分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2233A-1D0A-4BBE-B3E6-F8C30456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05100"/>
            <a:ext cx="188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顯示玩家名稱與頭像，協助確認目前操作的帳號或角色。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3FE42-CD00-4724-A331-317DBEA7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2190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BDE2F-9903-4E98-AB8F-A3A2E478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F31C0-6BA6-4C92-8478-011589D3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等級與進度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5472A-1C06-4F71-A23C-8B7F65BA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188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以等級與進度條呈現成長階段，以及距離下一階段的進度。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AFD3D-D5FE-4925-BBB8-AC99DC16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47900"/>
            <a:ext cx="2190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D6763-C784-47EB-8821-9C47FAE3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47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3D075-83D4-4281-9D36-5EF59BD1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03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金幣與 XP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7F04B-8B57-4095-9356-32F20013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05100"/>
            <a:ext cx="188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金幣可作為商店或建造資源；XP 則對應升級、解鎖與成長回饋。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FD622-04DB-4412-9BE0-E28E7337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具體功能關係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4C290-3A48-4BC4-8171-2FCEB754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B5AB8A-F6E2-42F7-A5FF-953F9272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625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資料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60EB78-BABD-48B7-B6E8-8F1A818D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6863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86A1A6-9711-48C9-8D31-ACBD8EFA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7625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會被哪些功能使用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95279-CFB3-42A9-979F-96C33146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863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95F4DD-88B8-4370-AC07-907AB2C6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7625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玩家會看到什麼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643581-B7C0-40DA-A12B-CC6EE84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863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2ED1FB-2DC6-42D6-8C43-6B78AF6C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625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可能去向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FAFB4B-6920-43B9-B435-099AB002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436ED9-35E8-4B1C-BA09-0FE05795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244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金幣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0017EB-6056-45EF-822A-601810F5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482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D3E253-7588-441A-896C-FF521886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1244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商店、建造、外觀購買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E197FF-D407-440E-9259-61F10650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482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BD56B7-3839-43A7-953C-62FA27C1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1244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價格、餘額、購買成功/失敗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E78059-BF0E-419C-BFF0-5A94F5E7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482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28B5B6-6C88-4085-8512-8035854F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1244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商店、背包、首頁狀態卡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308853-1805-4933-983B-1D3A6D30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01FB9E-D5F0-4BC7-ABDA-7DB9F4D8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864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XP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201DD0-EF00-497A-AD8F-5DC43FFD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102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450B9B-C59A-4A68-BB43-72B67F30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4864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每日獎勵、任務或活動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54D0B9-8000-485E-B029-E1C529FA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4102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EC3575-11D2-4E84-986D-2AF18163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4864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進度條增加、等級變化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D950C0-C2DE-4414-B8FD-0D8C924B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102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7FD25B-4005-43AD-A12F-3D87EA63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4864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首頁狀態卡、解鎖提示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EA7D69-57D5-4E61-95E3-3E1AF13A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81DE87-4061-4359-A967-7CFD622C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483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等級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69E854-823F-4E8A-ABF3-B18361EB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7721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F59E48-64D8-4D4B-AFA0-C1A938AA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8483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解鎖商品或建築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39FD94-D778-4D6F-93C3-DCEA60B3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7721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E5C6AD-6F76-45C4-AFF9-0F051A7C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8483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可用/不可用、等級限制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74B7BA-E8B4-4C2A-B234-F32F7AFB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721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DA9C8E-C6BD-48E2-B93F-30980197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8483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4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商店、建造、外觀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0EF0B5-457B-4152-B118-D4B54DC8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EC297F-5FB3-4A64-8808-D81F9A87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Island Fitness AI 遊戲介面功能簡報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C95563-7782-4F4F-8357-C07B0C04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75108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681648-707D-477A-BBE5-3B9872F7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E2B28-B86E-47C3-87BC-DD9FCE4C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rPr>
              <a:t>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0D254-4A00-421E-9329-1669E664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商店功能：以遊戲資源取得可使用內容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DD219-9134-4293-A556-F1B5917C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實際商品名稱、價格與分類仍需商店內頁截圖確認。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78F75-F675-4E14-B97D-999043E9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d8a8eab204f36"/>
          <a:stretch xmlns:a="http://schemas.openxmlformats.org/drawingml/2006/main"/>
        </p:blipFill>
        <p:spPr>
          <a:xfrm xmlns:a="http://schemas.openxmlformats.org/drawingml/2006/main">
            <a:off x="778543" y="2400300"/>
            <a:ext cx="1014663" cy="1047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A069C-9C78-4859-8FCD-EF824783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DA7DA-942E-42B3-9C24-F7E18BCA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36F87-AA93-4A5C-80C0-7A444373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003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入口位置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90019-DEB4-4138-A0B9-5F354F05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05100"/>
            <a:ext cx="2076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首頁左側黃色袋子圖示。依圖示語意，可能連結商店、物品或背包功能。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012ED-2C86-49C5-A1BE-D46ACC7F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2857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47EC4-46C0-4D3C-BC16-81C97914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AE349-7E50-4C7F-8DB2-36E79310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03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商店內頁重點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E735F-3720-4617-991C-3E4FCAE0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62250"/>
            <a:ext cx="2495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商品分類</a:t>
            </a:r>
          </a:p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價格與貨幣</a:t>
            </a:r>
          </a:p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購買/解鎖確認</a:t>
            </a:r>
          </a:p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購買後去向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DE1DA-0AA8-4068-898F-7117C6DB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2857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9D7F4-C758-44BD-9667-D1580DF5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F50C09-0F0E-4537-9A3F-3B620642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查看原則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BE294-4FC1-4FD0-AE68-52F4F8BF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2495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只查看商品</a:t>
            </a:r>
          </a:p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不按購買</a:t>
            </a:r>
          </a:p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不消耗金幣</a:t>
            </a:r>
          </a:p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不永久改變角色或島嶼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8F5CB-7535-4767-A03B-45E333FB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商店功能細項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0FEA8-19C8-4FAC-8025-E61C688E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584BE-9296-4782-86E1-4FF9CCF2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148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商店項目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20DB74-E89C-474A-8CA8-CC49B05B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41933-9E0C-4AC7-B7EF-F3C292BC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5148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具體內容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CB017C-0C9A-4FDC-A767-782BD8AE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386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9F3FAA-D90F-48D1-93F1-2E9F42BA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5148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可執行動作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A2047-8BEC-4037-A7FE-CDBBA70A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386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763855-8D72-4888-8AE6-20C3CA11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5148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連結/結果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74DA16-CA80-42F5-9DE3-BD40EC78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FE7E76-3B9B-488A-8B58-7C645708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68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商品瀏覽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C38178-0746-48E2-8656-E4FCED9B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006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AC79FC-FEC8-4B9F-8BAC-6B12E6B8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87680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商品卡、圖片、名稱、價格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DABAA9-E9E1-4425-B4BD-586E48A1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006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B6F38E-772C-496F-BE73-030A9F58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8768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查看商品與分類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7C8DDC-5EF7-4C6C-A0E5-97A9FD95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006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49C441-9741-4C07-913F-2E52537B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7680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保留於商店清單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18363E-D7FC-415F-929D-21F04159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3A5738-0B60-4ECE-A61A-553F7556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387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商品分類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22B59B-F7FB-4BA1-A814-826D3B7D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625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90C3DD-5428-4918-9BB5-F22E3691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2387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外觀、建築/裝飾、道具等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64BEC4-25E9-4A18-936E-F05B73D8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625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B69970-B449-4156-A5BF-39FFAC63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2387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切換分類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6B210A-52E5-436D-906A-937834A1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625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6873A9-D5DE-4FDB-B6AA-5369E11D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2387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顯示對應商品列表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D95FE2-1D7C-489B-9F03-DFF6C40A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0C8B7B-C119-4225-BAE1-82396A18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007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商品詳情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96F41D-2875-491E-A7C1-1582E0FA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24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AAB62F-43B9-4D10-ADAA-73ABE503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60070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效果、用途、是否已擁有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AB2AAB-E38C-410E-9B90-6B2218AE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5245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237A90-90C9-4D48-B05D-4A96D43A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6007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查看說明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4B2CA0-4297-4BB5-880A-F10964C7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245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A5F03F-DBFF-44FB-960C-BD1CFA6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070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返回清單或進入購買確認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EA8388-DEB0-476E-921E-6C027D44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A3DD07-3856-4C91-ABC8-64A8255D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626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購買確認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4DF2C9-6415-4CF1-9888-041E20DA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864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DC0533-4EB8-46BF-8575-56F17EDC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9626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金幣花費或解鎖條件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22408B-3044-4946-BF23-A336A871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8864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054C19-7911-4551-A0A9-5FE120F3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9626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確認/取消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A54AFE-E670-416E-9D6D-CF6DBFAD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864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FAE348-8757-4642-9A51-2843D12D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9626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成功後進入背包、外觀或建造清單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989A5D1-3A33-45DE-863C-1EADFB07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75E89C-F146-4158-B6F9-031CF5CB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Island Fitness AI 遊戲介面功能簡報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F334B8-5594-4A1E-B95D-82D132ED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44625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F5EE25-748E-4B46-BA0A-1BD8BBAA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BA95B-DFDC-438C-895C-5EB6E248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rPr>
              <a:t>SHOP 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5195D-19EB-4292-A114-3801DDE7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商店內容需標明品項、用途與使用去向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E4BF9-04DE-4BCE-90AF-6562AD31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以下以功能分類整理；實際商品名稱需待商店畫面確認後補齊。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BE76A-8E2A-41F7-9720-9E20D855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1B4B7-E867-4EBF-8DCD-5FE9A656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F02A2-8B7C-4626-A5C9-C208001B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431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分類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9F845-C07D-46E4-A61E-BD8909BD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669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09F88-23AD-4FAE-8BB3-DC569C5A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431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可能商品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6688D-A03B-428F-AF99-EEB69DD7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727F1-9A17-4C5B-9A94-8B49FDE8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4315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購買後功能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2FC4F-B210-4121-B657-A66DB671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88160-D02D-4F3C-90D7-50499BF2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4315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連結到哪裡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5CF9D-FA61-4ED2-851E-C6405B27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669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110DD-BBB6-48FE-AE85-61676786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3431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證據狀態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C9B0C-26E4-4C64-8FA0-3C4AF8AD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4ABF9-7D31-4556-A218-53BA1132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813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角色外觀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9CB9D-8504-48E3-8FB1-2FF6C8C2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051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62A5A-5040-44DE-8CA9-B4B478F7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78130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衣服、帽子、造型配件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04B92-47C6-4B1D-AF0B-FC9BF246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051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28A419-72CF-42C7-9368-9150F7E7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8130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套用到玩家角色外觀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8EBDE-3099-4B13-8E53-570C98E9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051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D7FFD-55F5-48FB-8F7F-0878DB2D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78130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外觀/衣櫃頁、首頁角色模型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8F94A-2B27-4A92-861C-83F7F698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051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C25244-83CA-487E-8099-CBF3C0A3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8130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待確認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52873C-6136-4A3D-B02C-17F2504D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FE8D64-0350-4E1B-917F-1827508C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94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島嶼建築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8B1204-5236-4FC5-80AD-A0E0F00C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C207C8-B26F-4E31-83AC-240E1168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194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房屋、平台、景觀物件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5F7F08-E656-400F-A7EC-79857404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5A7F02-4365-41C9-B17C-010722AD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加入可建造或可放置清單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F22B96-51D8-4D2F-B4C2-3550819D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432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C06864-C292-4195-AE66-16406348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21945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建造/島嶼編輯頁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CA15DD-77C2-4864-8CE2-C9358C29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432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FC10A4-1D2E-4138-B85F-71F9C20A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194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待確認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23C7BC-39DA-45C8-894C-C22B589D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A04536-A026-4A8A-9505-EC7C2B48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576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裝飾物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D26F19-F985-46AA-B144-F7AB9ECC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814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56B912-155F-4F1A-9517-EFD1B4F7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65760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花草、石頭、燈、環境裝飾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8C47C1-3660-4203-B1F9-51903087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814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B8DADB-1616-4619-ADB6-56D4AAF3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5760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裝飾小島，提升個人化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3BF7D9-E072-467D-AD59-903BE96A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814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312E0F-E63D-49A0-8E39-B5DE8707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65760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建造/裝飾清單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950A72-D8A4-4098-AD5F-A9187525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814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AEBBB0-DFDA-4C83-8F6A-EA78F738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5760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待確認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E54385-7505-4A56-8E39-7B8E5025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659106-CD22-4B76-820F-FBE899F1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道具/消耗品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915644-630D-4AF6-90A6-189C4FDB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195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308E73-1FFC-4A81-AA4B-EEA0A3B0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0957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加成、活動物品、獎勵物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3BD271-0C4A-4279-BD9C-2C89EF42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195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86BD79-6899-4EA9-AA52-BCE9A074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9575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使用後改變資源或狀態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A5C6D4-3E06-4D43-86BE-03A9543B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195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D5F61A-1FFA-4DE4-8DD3-2838BC99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09575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背包/物品頁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2D416D-A1A5-4476-965E-364DC723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195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55D23E-2997-4DEF-98D2-A8372C29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957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待確認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7C2AF9-7D60-4084-8C29-FE83C91A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0B6C04-8DFA-46BE-9DA9-3CF0C326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339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活動商品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931BBE-5141-4D5C-B3F1-ECABCE5B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577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C27422-8E03-4611-955C-D5D0E645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53390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限時事件相關物品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807E5D7-3A6F-4269-8BA9-E989E8FF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577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B4C229-4E83-411C-9D4A-0E2A595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53390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在活動期間使用或收藏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AB0187-CD08-4037-857E-C656DB1E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577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03CDC9-79CF-481E-ABA1-F333FC6F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3390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事件頁或商店限時分類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A4B6BF4-2911-45AD-A2DF-23275937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577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211BD3-72BD-4D4C-A9D6-6F75C870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53390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待確認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F0BCBD-218F-4169-A866-5AADAAD7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11E2E77-A823-4033-9FF3-2C1941E2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B145021-95B0-44B3-B1A8-C4BCE653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464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功能紀錄重點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5D37160-F0BA-4362-BF5C-C192789B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64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商店說明需包含商品分類、價格資源、購買確認、購買後存放位置，以及是否可立即套用。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F68A3E6-4949-4B7D-A9EF-92C47D40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959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D7532D-A7B5-4B42-B7F0-86BCD426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959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5C520CE-A414-4F4C-ACC1-D6E1F167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48300"/>
            <a:ext cx="464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確認狀態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0A8CAF6-FE2F-4AB5-9E0B-D6B70136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53100"/>
            <a:ext cx="464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目前尚未取得商店內頁實際畫面，因此本頁保留功能分類框架，並以待確認標註未驗證內容。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D40E33-10DF-417D-B942-0D0B5EC5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B24865F-3543-4A1E-8C26-DF90E487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Island Fitness AI 遊戲介面功能簡報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406400D-5CBB-4B76-B738-34BEE208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548723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B7A0E-A358-417A-9B5C-E61A6C6D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D2F7C-B497-427A-951F-42B82835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rPr>
              <a:t>ITEMS / BAG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EED47-6E57-44AB-B131-5BF989C0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物品/背包功能：管理玩家已取得的內容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DF255-0EB4-4D13-B324-C6217B66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商店取得的項目通常會進入背包、外觀或建造清單，實際歸屬仍需內頁確認。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BE6B0-6B09-4D4C-B2DA-BC1EA012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2394d8ee94304"/>
          <a:stretch xmlns:a="http://schemas.openxmlformats.org/drawingml/2006/main"/>
        </p:blipFill>
        <p:spPr>
          <a:xfrm xmlns:a="http://schemas.openxmlformats.org/drawingml/2006/main">
            <a:off x="721393" y="2305050"/>
            <a:ext cx="1014663" cy="1047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7065A-0BDE-432E-9DBB-97E6BB5A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479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F10E2-940F-4644-A976-8FF235D4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479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A3A76-2EFD-4EE0-AF2D-C4DB3908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003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75EF0-956E-4E13-93AC-C3AB73C4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05100"/>
            <a:ext cx="2266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首頁左側袋子圖示可能同時對應物品、背包或商店入口。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F3750-0390-4C3D-8D2A-8D5E4E6D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D9F81-4B3B-4B25-962D-1B231E92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1AB24-82C6-4964-A543-E52FC71D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玩家目的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78FB0-9C7E-4BFB-A303-444609AE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05100"/>
            <a:ext cx="2266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查看已取得物品、確認可用狀態，並理解物品來源與效果。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FA851-8735-4520-A3C6-80D6ACE4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479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9F059-CC64-47CD-8829-B2D2BE3A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479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04290-46A7-47A7-BAB9-6D414997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和商店關係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80812-3328-4F69-AD45-ADBC2A5D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05100"/>
            <a:ext cx="2266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商店購買後，商品可能進入背包；背包再連到使用、套用或放置。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E3670-0508-40AE-9424-32BD6A44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具體功能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23B4E-A561-41DA-81F3-4CD7531F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7EA84-9B9F-4F5B-8E51-6D65CFE5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958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功能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1A282-911D-4FC7-BB7F-58A7EA8E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196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460FA-4984-43BE-91B1-3993F5F3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9580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內頁資訊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8B9038-66F5-4299-A6E8-24F3CFB2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196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5EE0A5-2FEB-4941-AF6A-2194D23A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49580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可執行動作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30889-F6EB-4466-A48B-AAB8D2C4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196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2A51AB-F91A-43F7-851F-C62E4F36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9580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連結去向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900DAC-C033-4B3C-B41B-7BC41C30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20A84-621D-486C-B838-B403AFA2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577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物品清單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EA293B-4BD4-4FA5-9853-58AB5A32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815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D2DBDA-43CC-4E96-9306-E762E7E3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8577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圖示、名稱、數量、稀有度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745367-DA54-4D3E-8C45-1F5640CA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815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ACAF71-B83D-4F20-82E6-6A35EE65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8577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查看已取得物品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C0352F-4C4A-4C73-A7DC-E4345DE0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815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B1B5BC-D9A2-49C7-962B-0D9DAD5F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85775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物品詳情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189A50-5706-433D-95C4-C959193F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02FA91-EADE-4BA3-ABC9-CACA567E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197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物品詳情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712242-2665-4D35-B813-EC49F45D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1435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74C9CB-AC62-4AD6-8409-2B7EB128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1970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用途、取得方式、效果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1C715D-17A7-437D-A7B2-66B03E8C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1435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A194F0-3819-4C8B-93DD-97F452ED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1970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理解道具用途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0797A6-E4D8-4CE5-BE52-A925FCD4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435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E6F194-52DC-481F-86F7-1F5E22F7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21970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返回清單或使用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EAB497-AE91-4125-9F45-944F6CA1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1C85BE-1ED4-4462-AB7F-D07D38A6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816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使用/套用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EECCF2-532C-40AD-B17A-1C1D918C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5054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AF71A7-F927-4B34-B746-782EFFC4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5816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是否可使用、確認提示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9BEB08-AC85-4545-8E2C-B1F109C9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5054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4DB2C5-E98F-49DD-AA03-829E2A60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816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啟用道具或套用效果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CE295A-32F5-473C-8A1D-AC468F0D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054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B81A9B-A822-440D-B7A8-0AEDA751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58165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首頁、角色、建造或事件狀態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90B9BB-8C65-4139-9F78-C488A88C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F1C45B-BAAE-450B-B9CA-518BEB9F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436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篩選分類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90CD3A-884D-41D1-809C-AF1B6CDD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674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883286-34B8-429F-9EAD-26428B57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94360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外觀、建築、道具、活動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7FC23B-BC11-4741-A1D0-8F156EB7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8674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E24D04-3D8D-452F-92FA-FF228639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94360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快速找到物品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B07FEC5-090A-467D-A0F5-7C389E7E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8674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532DBD-2DFD-4F1E-8E61-C4E532AD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94360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對應分類清單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CE9A95-B625-49FB-966B-05493D61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45DD0F-21F5-4519-9746-49E6E3E2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Island Fitness AI 遊戲介面功能簡報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652B54-13E4-4EA1-96E7-EC5E3198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3063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0A51B4-9027-44CA-9996-32A07CB1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466E6-B34F-45FE-9984-80BAD1B7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rPr>
              <a:t>AVATAR STYLE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E0703-1581-4246-B0D0-FA743386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外觀功能：調整玩家角色造型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2C6B1-6CC3-49BA-9CF3-EC2226D3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首頁可見 T-shirt 圖示與角色模型，顯示外觀個人化屬於遊戲功能之一。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9628B-1575-403C-A901-00D0E6CC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cd24e4dad4ee9"/>
          <a:stretch xmlns:a="http://schemas.openxmlformats.org/drawingml/2006/main"/>
        </p:blipFill>
        <p:spPr>
          <a:xfrm xmlns:a="http://schemas.openxmlformats.org/drawingml/2006/main">
            <a:off x="797894" y="2362200"/>
            <a:ext cx="1033112" cy="1066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303C1-3350-4F61-8C10-087421F2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479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590C4-ADAB-40BC-8230-6C05C51E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479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7E5E6-BBBE-4B95-B92F-7300D482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003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F2046-EBFF-45BA-A1F2-0304A4D5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首頁左側紫色 T-shirt 圖示，圖示語意指向服裝、外觀或衣櫃功能。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9E7BD-2968-45DB-81FE-6AFFFA46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4790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AEBAA-2C1C-47FC-9D09-08CE292A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479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4DF76-97B7-44AE-BFC6-71B58644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03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內頁資訊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2AD9B-2DB1-4571-8C0E-076273D8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622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服裝清單</a:t>
            </a:r>
          </a:p>
          <a:p xmlns:a="http://schemas.openxmlformats.org/drawingml/2006/main">
            <a:pPr algn="l">
              <a:def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已擁有/未擁有狀態</a:t>
            </a:r>
          </a:p>
          <a:p xmlns:a="http://schemas.openxmlformats.org/drawingml/2006/main">
            <a:pPr algn="l">
              <a:def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角色預覽</a:t>
            </a:r>
          </a:p>
          <a:p xmlns:a="http://schemas.openxmlformats.org/drawingml/2006/main">
            <a:pPr algn="l">
              <a:def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套用/取消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6B57E-80AC-480A-98F4-DF15C83D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8D47F-A2C5-47FA-95D0-9431D226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EBF5B-66F4-4795-AC35-CF9A2B4B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功能去向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B8A10-4AF7-41C9-AD19-022D7DE5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套用後回首頁</a:t>
            </a:r>
          </a:p>
          <a:p xmlns:a="http://schemas.openxmlformats.org/drawingml/2006/main">
            <a:pPr algn="l">
              <a:def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角色模型更新</a:t>
            </a:r>
          </a:p>
          <a:p xmlns:a="http://schemas.openxmlformats.org/drawingml/2006/main">
            <a:pPr algn="l">
              <a:def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未擁有項目可連商店</a:t>
            </a:r>
          </a:p>
          <a:p xmlns:a="http://schemas.openxmlformats.org/drawingml/2006/main">
            <a:pPr algn="l">
              <a:def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可保存目前外觀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218A3-1E0A-4D51-809E-7C5CAECE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外觀功能流程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E09FC-65C1-47E5-83F7-7D645613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AF78C4-A3C9-4029-9140-A7081F4C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148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步驟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3E140-6CAF-4AF1-A8AC-BD3820E6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386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EA71A3-B690-48DD-9F06-22E4BD38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148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玩家看到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D41D97-46C3-461B-AE8C-33DBEBC3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386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530869-6559-41A5-8B62-74CC36F9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5148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可執行動作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F18146-7C28-4B82-A424-3C42873F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386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A24577-0F71-4F5A-BCE5-B6AD4DB5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5148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結果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583AB8-D1FA-4B35-9C3E-55987F4F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2FC7D2-FB66-469C-A903-55331271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68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開啟衣櫃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A12D8B-514C-4784-8038-4A1B9C1F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006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508FC1-1DCC-4EB3-BA2F-315AF3D2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87680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服裝/造型分類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D17AF5-BF19-42EF-9835-65C021A4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006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29FD69-5364-4BB6-AE4F-C85B3931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8768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瀏覽可用外觀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935798-6CD2-42D4-B104-A9F78CB5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006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D4D1C5-5E7E-40D5-9CDE-4269262E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768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選到想看的造型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6C1421-6033-40A0-805D-52E2C217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19C840-F008-42A0-988D-360DE7E1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387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預覽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9C6B6A-7A62-486B-92A8-389810EE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1625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BA89D1-AB52-4E93-8143-05105EF4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387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角色模型或縮圖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0E5FA6-CC3D-424E-8683-1A7370DB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1625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7CB7BD-5F99-41F8-8DBA-EE09EC0A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387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比較目前與新外觀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0CB002-579B-4E71-833E-99DA865E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625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A30974-DDFC-4921-BD0A-76EF658B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387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確認是否要套用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8671F0-8F56-4139-9E16-11962A24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F96698-9C84-44AE-8DED-78276A40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007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套用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F1BC64-9591-4AAD-B263-66AA3E51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5245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8F9E63-82E8-411A-9052-166925F9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0070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套用/取消按鈕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FD3C0E-2EF9-4E43-8484-CBCF976C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5245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100786-4BDC-49CB-AD97-BE1CC04E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6007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保存外觀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5A7B56-E07E-49FB-9B04-515A5C7E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245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CC96F8-F7A8-4775-BE83-FB1AA116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6007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首頁角色外觀更新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28C08C-5310-46B3-B1DB-1896BB95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8F0056-A811-4095-B7AE-19F81641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626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未擁有項目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51839F-C5DB-4E04-B450-39603F1A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864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27E824-985B-4ADB-8688-68E3BACA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962650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鎖定、價格或取得方式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CEC7E7-6719-432F-9207-464F1828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8864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470D44-EEB3-4185-A4EB-84CECD91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9626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前往商店或返回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726A8E-DA5E-43D9-B3C0-31A7D8EA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8864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46DAD0-A762-4EA2-9CCC-5562041D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9626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1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連結至商店購買流程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A0B825-CC7E-4F45-8870-33F63D54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36F454-833B-4F5C-BE19-460057FB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Island Fitness AI 遊戲介面功能簡報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B150D9-F461-4312-ABE9-B3826ACF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296231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D9D2AB-0B5C-46D8-B32E-5765A7B5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0A326-EC56-4D39-9EC2-0701471A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rPr>
              <a:t>BUILD / ISLAND EDIT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0CD8D-6F04-49C0-99E3-D3798DD8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建造功能：將資源投入島嶼建築與裝飾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44A90-84CC-4623-8A25-4CCCD095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首頁左側槌子圖示明確指向建造或島嶼編輯功能；內頁細項仍需實機確認。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16239-87F8-4232-925A-B5053A96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7b76fa3124563"/>
          <a:stretch xmlns:a="http://schemas.openxmlformats.org/drawingml/2006/main"/>
        </p:blipFill>
        <p:spPr>
          <a:xfrm xmlns:a="http://schemas.openxmlformats.org/drawingml/2006/main">
            <a:off x="797894" y="2343150"/>
            <a:ext cx="1033112" cy="1066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B9EFB-11F9-4D4A-B051-53877158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479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2980F-5E45-4D9A-B5BB-D0A1295A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479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0BB7C-14D4-4C7B-A519-6948736B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03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A0578-DB84-4EBA-B932-776497BF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05100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左側藍色槌子按鈕，圖示語意代表建造、編輯島嶼或放置物件。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649B0-AC77-4A28-AA71-36D916AA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D26D9-132B-4A49-99C2-D25F7CA3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E4E5D-499F-47A5-8257-05091B29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內頁資訊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914C8-BD35-4FE2-BB99-614C5324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4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建築/裝飾清單</a:t>
            </a:r>
          </a:p>
          <a:p xmlns:a="http://schemas.openxmlformats.org/drawingml/2006/main">
            <a:pPr algn="l">
              <a:defRPr sz="94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4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可放置與不可放置狀態</a:t>
            </a:r>
          </a:p>
          <a:p xmlns:a="http://schemas.openxmlformats.org/drawingml/2006/main">
            <a:pPr algn="l">
              <a:defRPr sz="94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4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價格、等級或解鎖條件</a:t>
            </a:r>
          </a:p>
          <a:p xmlns:a="http://schemas.openxmlformats.org/drawingml/2006/main">
            <a:pPr algn="l">
              <a:defRPr sz="94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4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• 放置、移動、收納或取消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9C2AC-054F-4A62-9E04-DF4C98FA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54BCA-53FC-4BC0-BFBF-E63F43FB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DFF8A-7681-4F6E-ADAB-3DF2C8F2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玩家目的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4EE73-73DE-41E4-B537-B26662A8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2362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透過金幣或解鎖內容改造島嶼，使首頁場景呈現玩家的建設成果。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05C03-8F88-4730-B93C-397420E0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具體功能與去向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36CD3A-C4AD-4016-9DCA-75F4167C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BD39C-2904-4EEE-AE72-62840BD5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148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功能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44757-E50D-40C9-A97B-A59A62FC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3865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73949-7625-406D-8B2D-C413195E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5148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內頁內容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72EBD7-C3B5-4C67-B3C9-9FD60566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38650"/>
            <a:ext cx="2914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4F2CA5-4447-4000-8791-8E90E80F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5148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可執行動作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21AE3D-B607-41BC-BE8F-9B69E02F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386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EDE20-79C7-4656-B0F1-ED23D115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1485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連結去向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D107B-F6E9-4E47-A444-642DFE2E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C40333-693D-44C4-BA1F-A11BBDF4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68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建築清單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A896A9-B038-4005-A520-ADCEBB00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18802E-E1F6-401D-BC67-597DD369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8768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房屋、平台、景觀物件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C6C773-2AB8-433F-A1F4-0731A9FA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00600"/>
            <a:ext cx="2914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B2020D-4852-4F3F-BA64-DA47DD00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8768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瀏覽、選擇、查看價格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0CD528-FFD4-4D93-B6EF-8060F31A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006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15E762-AEBC-4104-BD67-8AF80FC7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87680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建築詳情或放置模式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0553DB-5692-4517-8320-876E99C6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F2B7F5-EC6A-43B1-AAA1-21BD9066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387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放置模式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FE76BD-D88B-4BAA-9D07-E56BBE29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6255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1F1317-1280-4862-AC7A-780093EA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238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格線/可放區域、預覽位置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23D047-D207-4C2A-B519-8CC39C4C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62550"/>
            <a:ext cx="2914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DA577E-3D68-486D-B02A-2B9A8053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2387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拖曳、旋轉、確認或取消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C53A89-44F2-4E02-AAF3-C68877D3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625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404401-77E3-4B8C-A843-D0713288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23875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首頁島嶼場景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600190-4AD7-4915-B11C-E79D0FD5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7E9C82-1D92-421C-A758-62AD3251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007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升級/解鎖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F1FA15-0FA0-4213-8AEB-BE3DE22B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1A2DB2-06C1-4306-B6EA-5297AB58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6007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等級限制、金幣需求、前置條件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B86084-1A9B-4C44-AD36-9DAC2CC6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524500"/>
            <a:ext cx="2914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33AAB7-FE04-4F83-AC9D-C48D0028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6007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達成條件後解鎖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D7D305-8EF1-46E5-9998-922332BB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245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6801CF-6005-451C-81FA-340FF927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60070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狀態面板、商店或建造清單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F0B9D3-E2E3-4184-AB72-2DF8BBDB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6BF0E8-488B-46FB-830F-1F5D1FB5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626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收納/移除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F0129D-7B46-41D3-A9A2-6D4CDFD1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8645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043FC7-480D-4F46-9D4B-64144080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9626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已放置物件、確認提示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D7407E-0042-4369-9F26-26D924B6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886450"/>
            <a:ext cx="2914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4AE999-1EA8-4915-BF4C-B9BF852B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9626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收回或刪除展示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9618A7-E230-40DF-AE46-48DE7990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8864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DB717E-3E86-4457-A02E-B152DCD8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96265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背包/建造清單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25ECC2-5A2F-4505-85AD-5175DDA4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AEBC6F-E4C6-4EB7-8C28-4D7E1172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Island Fitness AI 遊戲介面功能簡報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595AA9-DB20-4827-9101-BC7E3D23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12213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619B82-A2BE-4BB7-A562-02EEECA9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61BE6-26C4-486F-8E2B-D892056B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rPr>
              <a:t>EVENT +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1E7EC-8314-4CD3-9223-B9C549D8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事件與視角控制：呈現當前狀態並調整觀看方式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9CD7D-96D8-46AC-A51B-894D2E67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本頁僅保留遊戲內顯示與操作；裝置、設定、健身、追蹤不納入。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6A8B3-1615-45E7-A68A-8138EEDC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56c32b7ce43f1"/>
          <a:stretch xmlns:a="http://schemas.openxmlformats.org/drawingml/2006/main"/>
        </p:blipFill>
        <p:spPr>
          <a:xfrm xmlns:a="http://schemas.openxmlformats.org/drawingml/2006/main">
            <a:off x="1874538" y="2209800"/>
            <a:ext cx="670524" cy="17335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f15f962254d7e"/>
          <a:stretch xmlns:a="http://schemas.openxmlformats.org/drawingml/2006/main"/>
        </p:blipFill>
        <p:spPr>
          <a:xfrm xmlns:a="http://schemas.openxmlformats.org/drawingml/2006/main">
            <a:off x="609600" y="4214629"/>
            <a:ext cx="4000500" cy="103859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26653-40ED-4865-9C44-46B60144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FF661-EC2C-4132-9A45-C21A1763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827D5-1027-4CF6-966E-21886792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限時事件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0A717-95B4-4458-94DB-73587018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05100"/>
            <a:ext cx="1885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右上角顯示「瑞雪紛飛」與倒數，代表目前可能存在短時間狀態或季節效果。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5307E-A6C9-4490-BE7E-8807C9DD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D1781-3F75-4DE8-9433-3291E1E6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C2E5C-BCFF-4E6F-A1AA-0E50C39C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縮放控制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BC297-1890-40B6-89B3-AA9DC836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05100"/>
            <a:ext cx="1885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右側 + / - 與 100% 數值讓玩家放大或縮小島嶼視角。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00F38-B202-49F9-9CEB-E3D60CE1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4790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13C6B-38D9-4EFB-865C-3D6865B0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47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3D934-C5E1-4F9A-AC7D-58500015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首頁導覽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E92A2-0427-43F6-8CC7-2B88B7E3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885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9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底部首頁圖示讓玩家回到主要島嶼視窗；其他非遊戲功能頁不列入本報告。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045C5A-7E22-4C44-A0AC-F91C4B95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005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具體功能說明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293DB2-4877-45D9-A0FA-EDFC6415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386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33BD7-C7D1-4136-A84B-7931DD16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148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項目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36313-F8E8-4DCC-8590-DE85BED6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386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EEE01A-C42C-4D0F-B1B9-BC3B21D4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148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畫面內容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ECDDE-E24A-448E-9A98-8BAD3B02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386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C2D03-E944-4C2C-98D0-9D04CBDE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148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可執行動作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67CB91-37E2-4799-9010-2283C5FC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4386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D6F7BB-6459-4049-88E5-1DA858DB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5148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結果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117959-8D8B-4677-8A83-4713E70E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006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11DE1E-243E-41F4-8348-935562D1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8768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事件徽章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A73231-C533-4546-8B74-28F920CA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006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6938BF-9E42-486C-86A4-A99ACA4F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87680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事件名稱、倒數秒數、圖示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EBCB5B-9BCA-4AF1-80A1-098E6D50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006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CF3BF7-9E5A-4C42-B923-7239004C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768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查看目前事件狀態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EB6729-7705-4228-A3B2-3A026B97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8006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852597-2DA2-4C78-AC9E-7F8AD405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8768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理解環境效果或限時活動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6C2F12-D7C5-431C-92E4-8FA96C01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625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6197D3-C050-4A6C-B079-F0BCC3D4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2387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倒數計時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B7A271-ED71-4854-AE0A-6A3C6F56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625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C112F2-6C39-40D0-8AD9-38851D4B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387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例如 7 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2A580F-52E7-49F7-A712-B14D0C9D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625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1D612E-E492-4E40-9C5F-A5047D37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2387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了解效果剩餘時間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B98AE7-0B05-452C-8153-DA1F631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162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BC8404-6931-45D1-A964-76A78F57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2387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到期後事件狀態可能更新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91F3AB-CFA0-47AF-8ABF-BB85FF7B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24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5D2907-FAB4-4BDB-8307-14460B91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6007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縮放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EB3C28-1F6D-4756-A804-AAE9E209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24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613F2A-11F2-49A5-B234-F07B6E35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60070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+、-、100%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E3A830-52C0-4FB8-B559-5A519E7C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5245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108163-FF37-4692-A46B-55044AB8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6007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調整視角遠近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BEA574-7B67-4561-9FE1-5D6CA349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5245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0D9673-CD6B-4E6F-9CB2-BB48181A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6007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看清建築、角色或整體島嶼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CE6EA2-0AC2-4E82-869F-777FDE1D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8864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2179BF-884B-4CC1-B79A-8BF81C33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9626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首頁鍵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0FC2B0-ACFA-43F0-8122-CF454F7B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864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B0D7FC-116B-4849-A1EB-9D9B57B2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9626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底部房子圖示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E709B7-87CC-4FAD-BFD1-6DD28E9C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8864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5F04A4-5465-4410-A876-34713072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9626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回主畫面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778199-B828-40D0-888F-1D3A5E51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8864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3790B1-5C19-4FF1-83FD-FAA2D720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9626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回到島嶼首頁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F398F0-490E-463B-8AD3-66696CF1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D454C7B-8832-4C50-830F-BF3F7DE4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Island Fitness AI 遊戲介面功能簡報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C08239-A660-4EE7-B9F8-B6ED25D4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2609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BB453A-BCDC-4DA1-9462-A3541DDF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A6299-4EFC-47D2-A978-61FF4052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rPr>
              <a:t>USER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3B9F9-C627-42D3-A2BB-E72D8113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玩家操作流程：入口、資源、內容與場景形成遊戲循環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522BD-BA84-4F16-A6FA-1E8FE3EA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玩家透過累積資源、取得內容、套用外觀與建設島嶼，讓主場景持續更新。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9F347-887D-4689-BC31-257E6769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D3F02-7D51-4B2E-992A-17ABB629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2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641DD-4A4E-41DF-930D-2AD3290C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B24B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F2B24B"/>
                </a:solidFill>
                <a:latin typeface="Microsoft JhengHei UI"/>
                <a:ea typeface="Microsoft JhengHei UI"/>
                <a:cs typeface="Microsoft JhengHei UI"/>
              </a:rPr>
              <a:t>每日獎勵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AFD4C-9E3F-48D8-AFD9-19D5AB8A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6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登入後可能取得金幣、XP 或道具。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8BA30-B605-4306-BA35-82A2D018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146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100" b="1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9A4A5-93D8-426C-B06F-B82A6302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479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BFA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B6B45-A515-44C5-8E35-377AD211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FA3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6BFA3"/>
                </a:solidFill>
                <a:latin typeface="Microsoft JhengHei UI"/>
                <a:ea typeface="Microsoft JhengHei UI"/>
                <a:cs typeface="Microsoft JhengHei UI"/>
              </a:rPr>
              <a:t>狀態面板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A86AA-7B09-4204-A737-85DA9774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479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6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玩家看到等級、金幣、XP。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4479A-C276-4523-A05E-76A68909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100" b="1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1C021-5E31-436F-AF33-91BB25BF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479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2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8A994-F661-46C1-8205-079746C6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B24B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F2B24B"/>
                </a:solidFill>
                <a:latin typeface="Microsoft JhengHei UI"/>
                <a:ea typeface="Microsoft JhengHei UI"/>
                <a:cs typeface="Microsoft JhengHei UI"/>
              </a:rPr>
              <a:t>商店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3C7E3-DFA6-4A7A-A291-6365E266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479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6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用資源購買或解鎖內容。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2F738-6D6A-46CA-9A17-E426C591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146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100" b="1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F6AB4-E1B0-4770-8E1B-10C208BC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6B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454C5-55EA-4AB2-A318-86520961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6B50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E46B50"/>
                </a:solidFill>
                <a:latin typeface="Microsoft JhengHei UI"/>
                <a:ea typeface="Microsoft JhengHei UI"/>
                <a:cs typeface="Microsoft JhengHei UI"/>
              </a:rPr>
              <a:t>背包/外觀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34924-72A6-4320-A503-8A014542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479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6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保存、使用、套用已取得內容。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9C3BF-C434-4876-9466-4DB516FB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146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100" b="1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75289-56A9-4C05-95C5-3D7A6884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479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E81D4-BE27-4C95-A5F0-7A0E3BE2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2F80ED"/>
                </a:solidFill>
                <a:latin typeface="Microsoft JhengHei UI"/>
                <a:ea typeface="Microsoft JhengHei UI"/>
                <a:cs typeface="Microsoft JhengHei UI"/>
              </a:rPr>
              <a:t>島嶼首頁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F056EC-D64F-461D-BD80-44D6F6A4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6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角色或建築變化回到主場景。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1D8CC-A5E3-41BF-98D1-1439F4E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F98754-5790-4A06-B32C-1DA2D121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A91029-E20C-4A0C-8DD7-B73F7376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資料流說明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0075E3-860A-4DE2-88E2-78735389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金幣與 XP 屬於資源資料；商店產生交易資料；背包保存庫存資料；首頁呈現套用結果。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1A9370-8F52-4053-99D7-BAA1CEC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195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B1EC12-3234-4EE0-B973-101734B5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195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06817A-AE2D-4422-8BE9-F13829E1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719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狀態管理推論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C8D494-9B86-4943-BB57-1132DDAC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767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前端需記錄金幣、已取得物品、目前外觀與建築位置，畫面再依狀態更新。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8FD4EA-20CD-40BA-BB35-E22D682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195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676A34-CF30-45C9-8E8A-89361EF5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195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A93154-F816-4D29-BA94-4638B435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719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AI/遊戲邏輯推論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F8DCD7-E3EF-42D7-95CC-C4666099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若系統使用 AI，可能應用於回饋、任務提示或事件內容；實際邏輯仍需原始碼確認。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E0C3F0-8E70-4CCB-973F-8551CF1B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379B2B-B0BB-496D-B3EC-D5F125EE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435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流程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7FF969-49B3-4CAE-9790-1F9F7A20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673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74FAD2-D668-410F-B0D6-62E9D452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1435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玩家看見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2E5725-B012-44F1-A572-A9EE8A70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673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EAB370-E957-4FB7-85FE-A635EAA3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1435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系統需記錄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F148EC-A299-46B3-8926-05FC04E8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673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E71D70-8A30-4911-B95C-EC6EBE08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1435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回到哪裡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D57449-6339-4FAB-9467-35D1BFB3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8AE2EB-02B1-422E-A47D-2B61FB49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4864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購買商品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385C67-6B73-43BE-9F2E-F442E795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4102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11DF73-DC9F-4FB4-9927-2868B3FF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4864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價格、餘額、確認結果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C6A758-A274-49EC-935D-DC0BD616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4102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C36E0D-5952-48C1-B179-B4B3A070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4864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金幣扣除、商品擁有狀態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C1CFFC-B0DD-453A-BB38-76378C27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102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CA05DD-4A04-4EF6-8B55-EF4E49D8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4864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背包/商店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B364BC-4A30-4B99-9AE8-5B1FE00C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FBD8B6-8DC4-464B-B896-44AE043D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293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套用外觀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8BFA38-A457-4F12-980E-012672B6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7531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7C5A4C-BF8B-4D20-8AA6-258CDFF2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293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角色造型改變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E03166-06DC-4F86-B06F-46D63499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531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EFA9D5-8958-4E30-94AA-E4D6BEDD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8293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目前穿戴、已擁有外觀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FB4DAA-BB14-4E70-A62C-5B5BE930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531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87E263-7A19-4168-BD07-C362BE0F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8293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首頁角色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305813-CB48-4780-9471-3400CF1C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5990DBC-15C8-408F-880B-CAA5304A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722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放置建築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BE61C6-7BD4-492C-B9D3-D67D8D69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0960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5D2952-F5F1-47F3-8845-ACD785E6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61722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島嶼多出物件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293BFEF-799F-4CA4-8F88-E5F2FC1C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960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8809193-31E9-4A5B-83A5-19C0C09C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1722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座標、旋轉、是否已放置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F18CAAA-34BF-426D-A61C-189EC8EF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0960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3E0576-B9ED-4910-85ED-8F9B346F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61722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73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首頁島嶼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249165E-3DE6-427A-9D32-966A9858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0F83D29-5C42-41AB-9185-9675AACB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Island Fitness AI 遊戲介面功能簡報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79B5634-84D7-4C84-9F70-936FA285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961350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F082E8-7E70-4FB0-9F06-0DC5BC8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68867-1FE0-48DA-982B-A21ECCB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rPr>
              <a:t>DAILY REWARD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7D091-8875-4E91-B0F0-8F5366F7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每日獎勵功能：啟動每日遊戲循環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ADEC5-8724-4039-A538-01C9C257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每日獎勵可提供資源或道具，並延伸至商店、建造與外觀等後續操作。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F0268-F369-49BF-A83F-7A40B995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039617c7e42bf"/>
          <a:stretch xmlns:a="http://schemas.openxmlformats.org/drawingml/2006/main"/>
        </p:blipFill>
        <p:spPr>
          <a:xfrm xmlns:a="http://schemas.openxmlformats.org/drawingml/2006/main">
            <a:off x="688479" y="2286000"/>
            <a:ext cx="2985492" cy="1619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9715D-7074-4068-9392-EA62F72D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4790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651BF-A741-47AB-A536-A5EC2F3D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47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51DB9-96A8-48A0-9251-425BCBED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03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入口/出現時機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828F7-1E72-4522-8CF0-9AA63E7C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05100"/>
            <a:ext cx="1885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通常在登入、進入首頁或每日首次開啟時跳出；目前缺少彈窗截圖，內頁視覺待確認。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59AC1-2CE9-409F-A50E-2746B7EA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FBA6F-674F-4ED6-909A-74F98FCA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3B666-F190-4EDF-9525-9F5661D1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03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獎勵內容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64039-2EF8-446A-A5A2-A8403D04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1885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可能包含金幣、XP、道具、外觀碎片或活動物品；實際獎勵名稱需畫面確認。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2C408-A949-4967-965D-FB78B6FD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0BA19-3197-42F5-AB5D-10F272EB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27404-A915-4DE4-8EB4-58D75A5E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領取後去向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C7113-9260-472B-A563-A8E93E2E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05100"/>
            <a:ext cx="1885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7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金幣/XP 會更新狀態面板；道具可能進背包；外觀或建築可能進對應清單。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5920B-15A9-4EBD-8CAC-2B54AFED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具體功能拆解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33563-FD90-4757-98F1-2A12C040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7BF7C-BE57-4849-A025-8633D26D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434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功能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512BC9-2278-4DA1-8D6F-7F9AA65A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672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2CA6F5-5976-4FDD-8323-30BF1841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7434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玩家看到什麼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F1717-447C-45FF-8FD5-58F1F133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672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ED5405-3125-4134-8F77-91865697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434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可執行動作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2E1C83-5101-46CC-A6BC-D4016CB0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E3CA9B-5C7C-4140-97FB-F96658FE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7434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資料/狀態變化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5873B9-7595-4BE5-A728-815E4211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A44523-7212-4534-8B9E-EA14B2AD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054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獎勵彈窗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6BD8FB-D872-4CC0-AED2-654C0C8A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292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5B3E1F-EA68-4B83-AB1C-8314B69F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10540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今日獎勵、連續天數、領取按鈕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431CC9-2781-4A42-9A01-D587050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292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D3DDAA-FE64-4469-A089-CDD34E71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10540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查看獎勵內容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C26364-2229-48BB-8154-2704CC8A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292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6BB4E6-348F-42EC-A299-BA825DBF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10540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系統檢查今天是否已領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482809-B0E8-4218-903E-6D7A4227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3B4617-B4AE-41C1-9622-B3E799AE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673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領取確認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9B308C-788D-4149-B610-7131CD0F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911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E3231B-324E-4B3B-A353-6378C643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4673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成功提示、獎勵數量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419CDB-44A4-4A43-A3E4-0D4D9853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911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2DA167-6AFF-4C91-84D3-65FCE805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673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領取或關閉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6BF8EB-9030-48A8-9919-BE03A5EE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3911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928032-740F-434A-9B65-F9BFF0F5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4673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金幣、XP、物品數量增加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CFB799-4411-4158-BD42-A561031D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525B81-47F1-415A-A81F-C1BC44BC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293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連續登入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6D7C49-A62E-4E29-95F6-369AC4B7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531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D04C04-01C6-4825-93E4-7693BDB9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82930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第 1 天、第 2 天等進度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9777C3-15DB-467E-993D-ECA18630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7531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D37EE2-B32A-4D74-B679-CDF5F4B2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2930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知道明天獎勵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B16008-8941-4942-B129-A80C83EB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7531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5F9996-2F28-47F1-B4C4-3A9C35B8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82930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保存連續天數與日期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F0932F-7E2A-45BD-A168-59EEFCF9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6A07F9-5F68-41CB-A562-E5AF3699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912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導向功能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150F04-71CC-4EBD-A988-31147EF1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150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FFAA86-C5AD-437B-9CAB-58A3AB03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61912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前往商店、背包、建造或外觀的提示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1EAC17-8BCD-4CCA-A324-4A71CA90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1150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CF259C-F4EC-4986-846D-87E8CA9B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1912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使用已取得獎勵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E49C6A-EF2E-41F2-8363-AB4C46E9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1150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7EAA3A-35BB-4A39-AE1F-2D7EE5A4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61912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進入對應功能頁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33B0DA-9F64-44A9-A2FF-4834A575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A55FAF-27E7-469C-9E2A-9D034B3E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Island Fitness AI 遊戲介面功能簡報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A33326-3515-4909-89C0-7D9B8FE3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0278271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F0DF43-B92B-406B-A639-8AF9162B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85D9A-2D34-4E6F-A4B8-C23DCB7E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50" b="1">
                <a:solidFill>
                  <a:srgbClr val="087B68"/>
                </a:solidFill>
                <a:latin typeface="Microsoft JhengHei UI"/>
                <a:ea typeface="Microsoft JhengHei UI"/>
                <a:cs typeface="Microsoft JhengHei UI"/>
              </a:rP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7C818-DAE0-41F8-A35B-62C1F9D6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5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功能說明重點：從介面外觀延伸至操作用途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632AA-B8C1-4BE4-8600-12430CE8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6E808A"/>
                </a:solidFill>
                <a:latin typeface="Microsoft JhengHei UI"/>
                <a:ea typeface="Microsoft JhengHei UI"/>
                <a:cs typeface="Microsoft JhengHei UI"/>
              </a:rPr>
              <a:t>本簡報協助未曾操作過的讀者理解遊戲介面功能，並保留後續實機補證空間。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3034D-0BA4-4A12-A2F5-49AB2ABA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2e1d06f074c82"/>
          <a:srcRect xmlns:a="http://schemas.openxmlformats.org/drawingml/2006/main" l="1326" t="0" r="13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90750"/>
            <a:ext cx="3905250" cy="2209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72B0E-88C6-4B2F-BA9C-CE955840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9075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7616E-5A8C-40D4-8361-A21864B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9075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B7DF1-C720-4D28-A449-B9A6A943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431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已確認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D2285-22BC-4304-818C-87B423FD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160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6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首頁、玩家狀態、金幣/XP、左側建造/袋子/外觀入口、事件徽章、縮放控制。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5C451-D0A1-48A9-BDFC-E116C9AB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6F330-95C5-48F9-A7A7-18E37A68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DAA67-D772-4EA3-B125-A0A18429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431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待實機確認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3E885-75B2-4E68-9E9C-CA199F80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47950"/>
            <a:ext cx="160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6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商店內實際商品、價格、購買後存放位置、建造與外觀內頁內容。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A63FD-8E16-4024-AB7F-1AEF9367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9D07F-689C-4A6B-8D37-55BA5D27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4B16E-433C-4DCC-8554-A46759D8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431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已排除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C941E-B1ED-4104-B485-53028610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160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60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健身、追蹤、設定、裝置權限與 AI Studio 分享錯誤提示。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1DF1E4-5641-43B2-9E6F-33FA633C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76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650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本簡報整理的功能層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99B17-A19B-4FAF-A0BD-BB107B85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148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A61418-0676-408D-9396-14C16CCD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910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功能區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3AD2F-8C42-4AAE-8A9E-2BEA776B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148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A1523-A53F-4A7A-8EEE-C7EEEF1B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9100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本版新增說明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99B52-AD02-4EEE-B261-72D340C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148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C6CA09-8E2B-4606-BE34-2F18F3A0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9100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938" b="1">
                <a:solidFill>
                  <a:srgbClr val="0F2F3C"/>
                </a:solidFill>
                <a:latin typeface="Microsoft JhengHei UI"/>
                <a:ea typeface="Microsoft JhengHei UI"/>
                <a:cs typeface="Microsoft JhengHei UI"/>
              </a:rPr>
              <a:t>仍需補證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565CBD-F0AF-4BDB-8D10-4DFB1A1C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767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3B08D5-A392-426E-A5D7-8747CBEF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5529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商店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960AE8-6F08-4041-9954-3C244B2C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1834CF-12A7-4A8A-A58A-D6517008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529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商品分類、購買確認、購買後去向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B0D2F4-77AB-4A80-BB52-0B688E2F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767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002515-4C01-412A-8D35-60350845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5529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實際商品名稱與價格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B2E672-9066-4B07-B704-1473AF73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387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7DD99B-BF3F-4DF1-8677-A2042551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9149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背包/物品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3B0783-638A-4853-B6E4-F75D1095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387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4898CF-A573-4362-AD21-7AAB2092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91490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清單、詳情、使用/套用、分類篩選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AEB1BE-21DB-49DF-AC3C-1C0C5ADD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387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828080-ED38-4150-86C2-222B300F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91490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是否獨立於商店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3B16CC-FCB4-42DA-9A2E-A1576BA4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006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B22074-9759-4A4F-8690-4EBC345F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2768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外觀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0B8F9A-5CED-4E31-8613-05E3C759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006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F7C7A4-94B1-4FCA-B06C-66AD5812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2768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衣服、配件、預覽、保存套用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36BFD1-D22F-477C-921B-305A2E62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006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E3638A-3A92-4D12-ADC7-BD14DA96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2768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內頁分類與實際選項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706466-A50D-4C33-BFFE-ED993AB9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562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5B1994-2EB1-4A56-8256-78DB6B9F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6388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建造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96A1BA-5CCB-4642-B188-D10ABE21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626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8F8139-93D9-4B96-99F3-6B28232A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63880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清單、放置、升級/解鎖、收納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006BAF-E009-4D4D-AFCE-9048B1DE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626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8DB82B-CF13-49C7-9FE9-F18A14A0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63880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實際編輯方式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6F6ECB-8E90-4BC7-8C26-43C3509B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9245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7F564C-31F7-417F-AF46-5C9959EF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007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事件/視角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70F578-3515-47F5-9E47-73FDB7FA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245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AAF759-12AE-4F9C-B560-2CBBC9AE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0007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限時事件、倒數、縮放、首頁返回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80AE6C-079D-40D7-BFFA-C96B1A4F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9245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E1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E98112-87AF-4092-8C64-A34E5597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0007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65" b="0">
                <a:solidFill>
                  <a:srgbClr val="263B46"/>
                </a:solidFill>
                <a:latin typeface="Microsoft JhengHei UI"/>
                <a:ea typeface="Microsoft JhengHei UI"/>
                <a:cs typeface="Microsoft JhengHei UI"/>
              </a:rPr>
              <a:t>事件效果規則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7197CE-8B2C-4E49-B6C4-B895FE2C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C9117CD-F012-46F5-AB2A-3ED3AB23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Island Fitness AI 遊戲介面功能簡報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6A5297-DC26-434F-9CD2-9006797A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50" b="0">
                <a:solidFill>
                  <a:srgbClr val="7C8D95"/>
                </a:solidFill>
                <a:latin typeface="Microsoft JhengHei UI"/>
                <a:ea typeface="Microsoft JhengHei UI"/>
                <a:cs typeface="Microsoft JhengHei U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3534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2026-06-01T01:58:18.0770000Z</dcterms:created>
  <dcterms:modified xsi:type="dcterms:W3CDTF">2026-06-01T01:58:18.0770000Z</dcterms:modified>
</coreProperties>
</file>